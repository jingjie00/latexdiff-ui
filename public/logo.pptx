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7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5"/>
  </p:normalViewPr>
  <p:slideViewPr>
    <p:cSldViewPr snapToGrid="0">
      <p:cViewPr>
        <p:scale>
          <a:sx n="78" d="100"/>
          <a:sy n="78" d="100"/>
        </p:scale>
        <p:origin x="744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FF5FE-03C4-F54C-A7BD-4B561339480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D95D2-AF44-724E-9C59-52FE1305C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3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D95D2-AF44-724E-9C59-52FE1305C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94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0FDD-0875-3523-424B-37306A00E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ED111-B707-FEBC-CAB2-33BB9F9B8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16FBB-F4DC-0202-DA13-EA267022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22B20-25F0-C205-2C40-6A7FEAC1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68212-2E88-609A-6B70-40FAA70A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129E-9703-3FB7-C457-18A27947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494A-11CF-6DC3-C3D5-3DCAF5F30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697B-9474-EF1F-5066-83D7CD24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6B777-7ABF-37CA-A668-F1B4A489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DE51F-C2F0-7CF8-97A2-699F461E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4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54A9A-F879-ED88-9542-F70D0E4C6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3FF33-CAA1-41C8-F505-C53139A8C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43874-9167-E434-B399-A56887B86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3FDF9-AF08-6ACB-DA17-17390095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B7E5-41E2-D254-D4DC-9CE57249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0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B26A-1E6C-E2CF-5050-00C496744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29941-DB87-1167-B4E2-F9D7D5247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6E574-15C3-BE09-758A-1C72FE697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7CD41-E4A6-A195-5BB8-A99FA31CE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1B18F-76BB-BD7C-D614-1C83E6CB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1A0E3-18CB-D99A-9398-447C986C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FF03-3938-8FBF-6C9E-EEF4B1B1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74182-20EB-88A9-943E-514869098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741C9-3F62-2006-2C5D-0FA18B7A2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C9858-E467-F63B-8B87-98876ED08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E8E62-1AF2-442F-49B9-9347C1116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927F9-5567-144E-C57C-B7760299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4AFC5-F4F0-B771-A7D6-8546F92F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5A6C72-5405-A108-2055-0EC6F79D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1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ABD7-00EC-DE93-384D-433665D7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9DD8E-1390-7117-5406-3B50E26D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20693-38BF-03C4-EF6D-FB1423F2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DCC65-7591-C0EC-CCFF-73C58393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3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3498B5-9BC5-89BC-26CF-80915CF86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9BA47-AEB6-71C1-288D-C6D3DF28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D9699-9043-F9B9-23B8-E80FC0DD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7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BB96-1E71-0A17-77B5-83DB9612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F148C-8C95-4685-7C78-7A015164A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C4677-D551-25AB-18D7-AD39FEEFF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989A3-E014-9996-6545-DC95AE60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4C9AC-181C-8B50-58EA-88B2DFC7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78E04-6E22-7FF8-8DB0-9F933A48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2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AF8B-4927-CFD7-7C9D-0BFAF821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F42A1F-9E7A-F260-5E74-30025F73E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2610A-7580-E925-DE93-2F94F6659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1B707-C092-751C-3725-872C6DAB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A11C3-1547-3159-D34F-0ED19687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A5861-B408-0B0F-06C4-728800E8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5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AFCF-3F46-C321-9344-BF4ECD40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A24CA-DBE5-2517-C99C-AC7654C5A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051FC-F82D-D45D-6E2D-0AA65CB3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CB345-D0B2-9EA8-4647-C656BB17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B6C4-325D-04A6-EBBB-E1F82A0F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6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FB1EE2-EEFD-3768-C0C3-72339C713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295B0-A25F-4890-8A1E-839BEC856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F294F-199A-7280-935D-00695F61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E7E02-2317-8B45-96B5-023B730A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A8373-2D52-290D-99DD-EB4B0757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0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60D3C-BE9F-282A-FCA3-0FA7C7C0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F3CAB-DBAA-EAA3-DE1A-F73068A42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97A49-8213-3C73-9F24-CF7BBFEC4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2702B-E363-0343-928F-7549C005609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C57BE-9D31-9D79-8D2B-9768A1CD3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581FF-7EC2-F1E1-F0A5-6FF46084B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B0DDF-892A-564D-9A58-79079440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2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AA89-113C-C3F0-08F1-267C5C59E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6765" y="2214506"/>
            <a:ext cx="1234107" cy="1351050"/>
          </a:xfrm>
        </p:spPr>
        <p:txBody>
          <a:bodyPr>
            <a:normAutofit/>
          </a:bodyPr>
          <a:lstStyle/>
          <a:p>
            <a:r>
              <a:rPr lang="en-US" sz="6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6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979DE-E11E-4E44-C8C3-7A7AFC0095C2}"/>
              </a:ext>
            </a:extLst>
          </p:cNvPr>
          <p:cNvSpPr txBox="1"/>
          <p:nvPr/>
        </p:nvSpPr>
        <p:spPr>
          <a:xfrm>
            <a:off x="6185452" y="2921168"/>
            <a:ext cx="7926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AEFD9-3B81-0D93-52B6-20752EDDC48A}"/>
              </a:ext>
            </a:extLst>
          </p:cNvPr>
          <p:cNvSpPr txBox="1"/>
          <p:nvPr/>
        </p:nvSpPr>
        <p:spPr>
          <a:xfrm>
            <a:off x="6049617" y="2584174"/>
            <a:ext cx="13243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6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E5BE90-BCB9-E989-2048-45CF29CCB254}"/>
              </a:ext>
            </a:extLst>
          </p:cNvPr>
          <p:cNvSpPr txBox="1"/>
          <p:nvPr/>
        </p:nvSpPr>
        <p:spPr>
          <a:xfrm>
            <a:off x="5791184" y="2214506"/>
            <a:ext cx="505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C27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2401B3-57A2-F696-0763-A734E90F82D3}"/>
              </a:ext>
            </a:extLst>
          </p:cNvPr>
          <p:cNvSpPr txBox="1"/>
          <p:nvPr/>
        </p:nvSpPr>
        <p:spPr>
          <a:xfrm>
            <a:off x="5743954" y="3271584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A1E0C5C-E55E-1552-9165-3E311C205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13" t="19423" r="22467" b="23919"/>
          <a:stretch>
            <a:fillRect/>
          </a:stretch>
        </p:blipFill>
        <p:spPr>
          <a:xfrm>
            <a:off x="10923814" y="0"/>
            <a:ext cx="1268186" cy="12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Jing Jie</dc:creator>
  <cp:lastModifiedBy>Tan Jing Jie</cp:lastModifiedBy>
  <cp:revision>1</cp:revision>
  <dcterms:created xsi:type="dcterms:W3CDTF">2026-05-26T11:55:52Z</dcterms:created>
  <dcterms:modified xsi:type="dcterms:W3CDTF">2026-05-26T12:09:15Z</dcterms:modified>
</cp:coreProperties>
</file>